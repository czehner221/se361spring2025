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547be03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547be03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547be03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547be03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114297d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114297d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114297d9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114297d9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114297d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114297d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6e4a3234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6e4a3234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w5eVTu6GQ9Bwt_5PWJbGIFFR6Qb7fHSg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574700" y="1847700"/>
            <a:ext cx="5994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361 Sprint #1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Monkeys In Tech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299125" y="306675"/>
            <a:ext cx="26919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</a:t>
            </a:r>
            <a:r>
              <a:rPr lang="en"/>
              <a:t> Goals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99125" y="940675"/>
            <a:ext cx="4459800" cy="12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Create a registration screen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Connect a database to the login/registration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Update login screen design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Create a welcome screen</a:t>
            </a:r>
            <a:endParaRPr sz="1500"/>
          </a:p>
        </p:txBody>
      </p:sp>
      <p:sp>
        <p:nvSpPr>
          <p:cNvPr id="136" name="Google Shape;136;p14"/>
          <p:cNvSpPr txBox="1"/>
          <p:nvPr/>
        </p:nvSpPr>
        <p:spPr>
          <a:xfrm>
            <a:off x="4295700" y="2256575"/>
            <a:ext cx="43116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Challenges for Sprint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446975" y="3164250"/>
            <a:ext cx="43116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Push/Pull is still not working as expected for some members - pull and push is not allowing members to so commit these actions without re-cloning repo.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218725" y="205175"/>
            <a:ext cx="25131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design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4862125" y="3508725"/>
            <a:ext cx="40884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Updated color palette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Simple and Easier to look at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Registration screen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Simple design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Inspired by average login/registration screens</a:t>
            </a:r>
            <a:endParaRPr sz="1300"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76" y="1209675"/>
            <a:ext cx="3812212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125" y="444675"/>
            <a:ext cx="3568450" cy="306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3502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design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49" y="1020125"/>
            <a:ext cx="4298375" cy="32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448700" y="572850"/>
            <a:ext cx="32172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❏"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Ticket Title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Concise name that gives a general description of the problem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❏"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EX: Network Connection Failure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❏"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Opened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Gives the time and date of when tickets were placed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❏"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 Support Staff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Allows user to see the name of the staff member in charge of the ticket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❏"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Tells the user in what part of the process their ticket is in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❏"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- placed and awaiting progress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❏"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Pending - progress has been made but not yet completed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Char char="❏"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Resolved - issue has been taken care of ticket is completed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❏"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Tabs 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Offers condensed views of particular information based on preference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 Out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Takes you back to login screen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50" y="195400"/>
            <a:ext cx="8718677" cy="474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303800" y="285225"/>
            <a:ext cx="707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design </a:t>
            </a:r>
            <a:r>
              <a:rPr lang="en"/>
              <a:t>implementation</a:t>
            </a:r>
            <a:endParaRPr/>
          </a:p>
        </p:txBody>
      </p:sp>
      <p:pic>
        <p:nvPicPr>
          <p:cNvPr id="163" name="Google Shape;163;p18" title="Login Demo - Made with Clipchamp_173975450608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25" y="885525"/>
            <a:ext cx="5095675" cy="382175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515400" y="497950"/>
            <a:ext cx="31770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Currently everything is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as expected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no issues. This trial takes us through three different screens and uses some of the features that are going to be offered on are project.</a:t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8050" y="278300"/>
            <a:ext cx="34671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318050" y="1149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Main goal for next sprint will be to add functionality to the main screen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n"/>
              <a:t>Ability to raise and </a:t>
            </a:r>
            <a:r>
              <a:rPr lang="en"/>
              <a:t>interact with tickets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Update the Welcome and Login screen design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Implement a forgot password screen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n"/>
              <a:t>Have the ability to connect to the username and update password in the database.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Implement incorrect password notification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n"/>
              <a:t>Will let user know that given information is incorrect and to try again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