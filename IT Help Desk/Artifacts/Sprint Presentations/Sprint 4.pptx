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3f6eb71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f3f6eb71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3f6eb715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f3f6eb71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f3f6eb715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f3f6eb715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f3f6eb715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f3f6eb715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dc60ad9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dc60ad9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f470eae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f470eae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dc60ad91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dc60ad91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dc60ad912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dc60ad912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dc60ad9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dc60ad9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dc60ad91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dc60ad91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f3f6eb715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f3f6eb715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GTYLUlpb1zFVgWBm_XJPgKeOWMbs3E4u/view" TargetMode="External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wS5S7A2f_ckXXEGpZJwqPjbIv-3vTxxk/view" TargetMode="External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xLrJyCBZhztvsgcgwZzNVgFvn2eKZzTe/view" TargetMode="External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061249" y="1847700"/>
            <a:ext cx="70215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361 Sprint #4 Review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Monkeys in Tech Support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518750" y="549425"/>
            <a:ext cx="26919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Goals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518750" y="1217525"/>
            <a:ext cx="7982700" cy="3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Implement an FAQ page to view past tickets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Add functionality for users and support staff - </a:t>
            </a:r>
            <a:r>
              <a:rPr lang="en" sz="1600" u="sng"/>
              <a:t>View All Tickets</a:t>
            </a:r>
            <a:endParaRPr sz="1600" u="sng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Both can view tickets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Both can resolve active tickets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Users can reopen tickets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Implement reporting manager page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Update user registration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235375" y="223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FAQ &amp; Resolved Tickets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513825" y="1177800"/>
            <a:ext cx="4702500" cy="3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Similar designs for each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Difference is that FAQ shows the most common problems while Resolved Tickets shows ALL resolved tickets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FAQ functionality still in progress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Search bar still in progress, but drop down menu shows resolved tickets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Resolved Tickets page temporarily shows ticket description in solution, but we’re working on adding a solution attribute to our database</a:t>
            </a:r>
            <a:endParaRPr sz="1600"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6325" y="255263"/>
            <a:ext cx="3622876" cy="221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325" y="2471786"/>
            <a:ext cx="3622876" cy="2416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2936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Resolved Tickets Demo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6" title="ResolvedTicket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7588" y="877075"/>
            <a:ext cx="6728827" cy="378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573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and Active Tickets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19150" y="11311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Tickets are automatically displayed for the user, sorted by creation date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Can filter tickets by status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Can view ticket details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Can resolve or reopen tickets</a:t>
            </a:r>
            <a:endParaRPr sz="1600"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819150" y="32005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Able to resolve a ticket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An email is now sent to the user when support staff resolves a ticket</a:t>
            </a:r>
            <a:endParaRPr sz="1600"/>
          </a:p>
        </p:txBody>
      </p:sp>
      <p:sp>
        <p:nvSpPr>
          <p:cNvPr id="158" name="Google Shape;158;p17"/>
          <p:cNvSpPr txBox="1"/>
          <p:nvPr>
            <p:ph type="title"/>
          </p:nvPr>
        </p:nvSpPr>
        <p:spPr>
          <a:xfrm>
            <a:off x="819150" y="262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Staff and Resolved Tickets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19150" y="265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demo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8" title="UserDemo - Made with Clipchamp_174523879476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288" y="807350"/>
            <a:ext cx="7245427" cy="407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280225" y="268850"/>
            <a:ext cx="40626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Manager Page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280225" y="1016875"/>
            <a:ext cx="2445900" cy="33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Updated GUI for the Report Manager Screen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Search functionality and database connection to fill in the rows with the information. (Credit to Beck for the help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Working on being able to send email to Staff when they are assigned a ticket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Added timer to </a:t>
            </a:r>
            <a:r>
              <a:rPr lang="en"/>
              <a:t>continuously update </a:t>
            </a:r>
            <a:r>
              <a:rPr lang="en"/>
              <a:t>gridview</a:t>
            </a:r>
            <a:r>
              <a:rPr lang="en"/>
              <a:t> with new data</a:t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8557" y="904550"/>
            <a:ext cx="6080165" cy="29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title="Screenshot 2025-04-21 095617.png"/>
          <p:cNvPicPr preferRelativeResize="0"/>
          <p:nvPr/>
        </p:nvPicPr>
        <p:blipFill rotWithShape="1">
          <a:blip r:embed="rId3">
            <a:alphaModFix/>
          </a:blip>
          <a:srcRect b="0" l="0" r="0" t="57933"/>
          <a:stretch/>
        </p:blipFill>
        <p:spPr>
          <a:xfrm>
            <a:off x="340550" y="1022676"/>
            <a:ext cx="3657600" cy="159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title="Screenshot 2025-04-21 095643.png"/>
          <p:cNvPicPr preferRelativeResize="0"/>
          <p:nvPr/>
        </p:nvPicPr>
        <p:blipFill rotWithShape="1">
          <a:blip r:embed="rId4">
            <a:alphaModFix/>
          </a:blip>
          <a:srcRect b="28494" l="0" r="0" t="0"/>
          <a:stretch/>
        </p:blipFill>
        <p:spPr>
          <a:xfrm>
            <a:off x="340550" y="2711103"/>
            <a:ext cx="3657601" cy="19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title="Screenshot 2025-04-21 0956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2971" y="1211638"/>
            <a:ext cx="3460674" cy="272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>
            <p:ph type="title"/>
          </p:nvPr>
        </p:nvSpPr>
        <p:spPr>
          <a:xfrm>
            <a:off x="280225" y="268850"/>
            <a:ext cx="40626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SqlDataAdapter Usage</a:t>
            </a:r>
            <a:endParaRPr/>
          </a:p>
        </p:txBody>
      </p:sp>
      <p:sp>
        <p:nvSpPr>
          <p:cNvPr id="181" name="Google Shape;181;p20"/>
          <p:cNvSpPr txBox="1"/>
          <p:nvPr>
            <p:ph type="title"/>
          </p:nvPr>
        </p:nvSpPr>
        <p:spPr>
          <a:xfrm>
            <a:off x="4982913" y="3976425"/>
            <a:ext cx="3460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←  ~200 lines vs. ~80 lines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720425" y="430925"/>
            <a:ext cx="7208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Updated Registration Page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425" y="979628"/>
            <a:ext cx="4007799" cy="375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099" y="979621"/>
            <a:ext cx="3121501" cy="370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19150" y="386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Registration Demo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2" title="Registration-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963" y="1426827"/>
            <a:ext cx="7146073" cy="32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819150" y="552025"/>
            <a:ext cx="7505700" cy="9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819150" y="12352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Allow for support staff to upload a solution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Implement report generation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Finalize FAQ &amp; Solved tickets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Allow for admin to upload files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Implement search function for FAQ page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GUI cleanliness &amp; branding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Refactoring &amp; code cleanliness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