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547be03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547be03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bcc2a52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bcc2a52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be65efdb1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be65efdb1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be65efdb1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be65efdb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114297d9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114297d9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6e4a3234c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6e4a3234c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7zzeegD-gTv_ezrzSAMWpFazu_gk4jWG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_lc82Ko3owcW2i10_TUTTnvmdkbabNzf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574700" y="1847700"/>
            <a:ext cx="59946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361 Sprint #2 Review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Monkeys In Tech Support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518750" y="549425"/>
            <a:ext cx="2691900" cy="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Goals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99125" y="1241200"/>
            <a:ext cx="4459800" cy="12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Connect Login and Registration to database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Implement forgot password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Allow users to create tickets</a:t>
            </a:r>
            <a:endParaRPr sz="1500"/>
          </a:p>
        </p:txBody>
      </p:sp>
      <p:sp>
        <p:nvSpPr>
          <p:cNvPr id="136" name="Google Shape;136;p14"/>
          <p:cNvSpPr txBox="1"/>
          <p:nvPr/>
        </p:nvSpPr>
        <p:spPr>
          <a:xfrm>
            <a:off x="4295700" y="2256575"/>
            <a:ext cx="43116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Challenges for Sprint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4446975" y="2996375"/>
            <a:ext cx="4311600" cy="15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Busy few weeks with other coursework - all team members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380525" y="436325"/>
            <a:ext cx="7548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design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461450" y="1414075"/>
            <a:ext cx="4459800" cy="27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Created design for Forgot Password and Raise Ticket screens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Not fully functional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Follows design guidelines from other pages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Font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Color Palette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UI</a:t>
            </a:r>
            <a:endParaRPr sz="1500"/>
          </a:p>
        </p:txBody>
      </p:sp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-2904" l="0" r="0" t="4109"/>
          <a:stretch/>
        </p:blipFill>
        <p:spPr>
          <a:xfrm>
            <a:off x="5441387" y="258612"/>
            <a:ext cx="3213326" cy="222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3438" y="2479875"/>
            <a:ext cx="2409200" cy="241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/>
        </p:nvSpPr>
        <p:spPr>
          <a:xfrm>
            <a:off x="959150" y="505800"/>
            <a:ext cx="3329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frmViewUse</a:t>
            </a:r>
            <a:r>
              <a:rPr lang="en" sz="4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rs</a:t>
            </a:r>
            <a:endParaRPr sz="4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50" y="1404175"/>
            <a:ext cx="4469025" cy="254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273000" y="525600"/>
            <a:ext cx="35466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frmEditDetails</a:t>
            </a:r>
            <a:endParaRPr sz="4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8125" y="1246200"/>
            <a:ext cx="3036350" cy="30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title="Recording 2025-04-01 212015 - Copy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550" y="369600"/>
            <a:ext cx="8032900" cy="42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303800" y="285225"/>
            <a:ext cx="7071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design implementation</a:t>
            </a:r>
            <a:endParaRPr/>
          </a:p>
        </p:txBody>
      </p:sp>
      <p:pic>
        <p:nvPicPr>
          <p:cNvPr id="164" name="Google Shape;164;p18" title="ITHDS3demofinal - Made with Clipchamp_174101086932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5125" y="10403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318050" y="278300"/>
            <a:ext cx="34671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Goals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318050" y="11492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/>
              <a:t>Create Ticket object as well as having an interactable GUI for raising a ticket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/>
              <a:t>Get the tickets to save to our database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/>
              <a:t>Implement forgot password functionality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/>
              <a:t>Make the landing page automatically update with user’s active tickets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