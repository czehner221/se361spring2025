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Nuni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Nunito-regular.fntdata"/><Relationship Id="rId10" Type="http://schemas.openxmlformats.org/officeDocument/2006/relationships/slide" Target="slides/slide5.xml"/><Relationship Id="rId13" Type="http://schemas.openxmlformats.org/officeDocument/2006/relationships/font" Target="fonts/Nunito-italic.fntdata"/><Relationship Id="rId12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bd78dc36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2bd78dc36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bd78dc36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2bd78dc36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bd78dc36b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bd78dc36b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2c7778166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2c7778166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574700" y="1847700"/>
            <a:ext cx="59946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 361 Sprint #0 Review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Monkeys In Tech Support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Selection and Team Roles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393275" y="1800200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b="1" lang="en" sz="1600"/>
              <a:t>IT Help Desk</a:t>
            </a:r>
            <a:endParaRPr b="1"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Declan St John - Scrum Master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Beck Chandler - Back End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Charlie Zehner - GUI Front End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Jonathan Wang</a:t>
            </a:r>
            <a:r>
              <a:rPr lang="en" sz="1600"/>
              <a:t> </a:t>
            </a:r>
            <a:r>
              <a:rPr lang="en" sz="1600"/>
              <a:t>- GUI Front End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❏"/>
            </a:pPr>
            <a:r>
              <a:rPr lang="en" sz="1600"/>
              <a:t>Josue Martinez - Back End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4846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Scrum User Stories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439250"/>
            <a:ext cx="3972300" cy="33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I can log in with a user ID and password.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I can access tutorials to solve common issues.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I can raise a ticket.</a:t>
            </a:r>
            <a:endParaRPr sz="14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en" sz="1200"/>
              <a:t>I am given space to describe my issue.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en" sz="1200"/>
              <a:t>I can access a list of common causes to my issue.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en" sz="1200"/>
              <a:t>I can check the status of my ticket.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en" sz="1200"/>
              <a:t>I am notified when my ticket is updated or solved.</a:t>
            </a:r>
            <a:endParaRPr sz="12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❏"/>
            </a:pPr>
            <a:r>
              <a:rPr lang="en" sz="1200"/>
              <a:t>I can reopen my ticket if my issue is not resolved.</a:t>
            </a:r>
            <a:endParaRPr sz="12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I can access a list of solved tickets. </a:t>
            </a:r>
            <a:endParaRPr sz="1400"/>
          </a:p>
        </p:txBody>
      </p:sp>
      <p:sp>
        <p:nvSpPr>
          <p:cNvPr id="142" name="Google Shape;142;p15"/>
          <p:cNvSpPr txBox="1"/>
          <p:nvPr/>
        </p:nvSpPr>
        <p:spPr>
          <a:xfrm>
            <a:off x="2045400" y="1107900"/>
            <a:ext cx="25266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a User: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5437350" y="1107900"/>
            <a:ext cx="28875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an IT Support Member: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5"/>
          <p:cNvSpPr txBox="1"/>
          <p:nvPr>
            <p:ph idx="1" type="body"/>
          </p:nvPr>
        </p:nvSpPr>
        <p:spPr>
          <a:xfrm>
            <a:off x="4791575" y="1439250"/>
            <a:ext cx="4146900" cy="311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I can see raised tickets, and update or solve them.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I am notified by email when I update or solve a ticket.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I can share a ticket with other IT Support members. 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I can see reopened tickets marked with a higher priority.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❏"/>
            </a:pPr>
            <a:r>
              <a:rPr lang="en" sz="1400"/>
              <a:t>Some tickets are directed to me for approval depending on the request type.</a:t>
            </a:r>
            <a:endParaRPr sz="1400"/>
          </a:p>
        </p:txBody>
      </p:sp>
      <p:sp>
        <p:nvSpPr>
          <p:cNvPr id="145" name="Google Shape;145;p15"/>
          <p:cNvSpPr txBox="1"/>
          <p:nvPr/>
        </p:nvSpPr>
        <p:spPr>
          <a:xfrm>
            <a:off x="5437350" y="3651575"/>
            <a:ext cx="2887500" cy="5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As a Reporting Manager:</a:t>
            </a:r>
            <a:endParaRPr sz="18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 txBox="1"/>
          <p:nvPr>
            <p:ph type="title"/>
          </p:nvPr>
        </p:nvSpPr>
        <p:spPr>
          <a:xfrm>
            <a:off x="819150" y="47525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Prototype GUI Front End Design</a:t>
            </a:r>
            <a:endParaRPr/>
          </a:p>
        </p:txBody>
      </p:sp>
      <p:pic>
        <p:nvPicPr>
          <p:cNvPr id="151" name="Google Shape;15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8312" y="1182950"/>
            <a:ext cx="5487375" cy="348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 txBox="1"/>
          <p:nvPr>
            <p:ph type="title"/>
          </p:nvPr>
        </p:nvSpPr>
        <p:spPr>
          <a:xfrm>
            <a:off x="781325" y="420125"/>
            <a:ext cx="7505700" cy="6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Issues and Future Goals</a:t>
            </a:r>
            <a:endParaRPr/>
          </a:p>
        </p:txBody>
      </p:sp>
      <p:sp>
        <p:nvSpPr>
          <p:cNvPr id="157" name="Google Shape;157;p17"/>
          <p:cNvSpPr txBox="1"/>
          <p:nvPr>
            <p:ph idx="1" type="body"/>
          </p:nvPr>
        </p:nvSpPr>
        <p:spPr>
          <a:xfrm>
            <a:off x="819150" y="1130325"/>
            <a:ext cx="7505700" cy="348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Current Issues List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Non Functional</a:t>
            </a:r>
            <a:r>
              <a:rPr lang="en" sz="1500"/>
              <a:t> Prototype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Github Configuration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Future Goals</a:t>
            </a:r>
            <a:endParaRPr sz="1500"/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Start work IT Help Desk classes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Function front end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Finalize</a:t>
            </a:r>
            <a:r>
              <a:rPr lang="en" sz="1500"/>
              <a:t> design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Add more To-Do’s</a:t>
            </a:r>
            <a:endParaRPr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