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78ce76ae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78ce76ae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78ce76ae0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78ce76ae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e73d1a9e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e73d1a9e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79227c46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79227c46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e73d1a9ec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e73d1a9ec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e73d1a9ec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e73d1a9ec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e73d1a9e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e73d1a9e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e73d1a9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e73d1a9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3e73d1a9e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3e73d1a9e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n0jCTpZAZl6pwFCl9PZDjAjYdke92Jgn/view" TargetMode="External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2DQ5PWvefXheF25Fsv1HAMfoP8wLq8UF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7zzeegD-gTv_ezrzSAMWpFazu_gk4jWG/view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061249" y="1847700"/>
            <a:ext cx="70215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361 Sprint #3 Review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Monkeys in Tech Support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518750" y="549425"/>
            <a:ext cx="2691900" cy="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Goals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518750" y="1217525"/>
            <a:ext cx="5213700" cy="20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Finalize forgot password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Finalize user registration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I</a:t>
            </a:r>
            <a:r>
              <a:rPr lang="en" sz="1600"/>
              <a:t>mplement multiple screens based on user type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Implement functionality for tickets (partially complete)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3993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Forgot Password Demo</a:t>
            </a:r>
            <a:endParaRPr/>
          </a:p>
        </p:txBody>
      </p:sp>
      <p:pic>
        <p:nvPicPr>
          <p:cNvPr id="141" name="Google Shape;141;p15" title="Forgot Password 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1350" y="1114188"/>
            <a:ext cx="6341299" cy="35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518750" y="549425"/>
            <a:ext cx="4688400" cy="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Registration Demo</a:t>
            </a:r>
            <a:endParaRPr/>
          </a:p>
        </p:txBody>
      </p:sp>
      <p:pic>
        <p:nvPicPr>
          <p:cNvPr id="147" name="Google Shape;147;p16" title="RegisterVideo - Made with Clipchamp_1743599692946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1336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3231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 Page</a:t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065" y="960675"/>
            <a:ext cx="6529877" cy="38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959150" y="505800"/>
            <a:ext cx="3329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frmViewUse</a:t>
            </a:r>
            <a:r>
              <a:rPr lang="en" sz="4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rs</a:t>
            </a:r>
            <a:endParaRPr sz="4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50" y="1404175"/>
            <a:ext cx="4469025" cy="25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273000" y="525600"/>
            <a:ext cx="35466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frmEditDetails</a:t>
            </a:r>
            <a:endParaRPr sz="4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8125" y="1246200"/>
            <a:ext cx="3036350" cy="30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9" title="Recording 2025-04-01 212015 - Copy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550" y="369600"/>
            <a:ext cx="8032900" cy="42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819150" y="3445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Class</a:t>
            </a:r>
            <a:endParaRPr/>
          </a:p>
        </p:txBody>
      </p:sp>
      <p:pic>
        <p:nvPicPr>
          <p:cNvPr id="174" name="Google Shape;174;p20" title="Screenshot 2025-04-02 0927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00" y="922025"/>
            <a:ext cx="4041374" cy="356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title="Screenshot 2025-04-02 0927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5074" y="935188"/>
            <a:ext cx="3681013" cy="35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819150" y="382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Team Page</a:t>
            </a:r>
            <a:endParaRPr/>
          </a:p>
        </p:txBody>
      </p:sp>
      <p:pic>
        <p:nvPicPr>
          <p:cNvPr id="181" name="Google Shape;181;p21" title="Screenshot 2025-04-02 0917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650" y="1026000"/>
            <a:ext cx="6980699" cy="3786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819150" y="299400"/>
            <a:ext cx="7505700" cy="9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819150" y="10736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Add more ticket functionality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sz="1300"/>
              <a:t>Reporting managers can assign tickets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sz="1300"/>
              <a:t>Support staff can share tickets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sz="1300"/>
              <a:t>Support staff can update ticket status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❏"/>
            </a:pPr>
            <a:r>
              <a:rPr lang="en" sz="1300"/>
              <a:t>Users can view tickets</a:t>
            </a:r>
            <a:endParaRPr sz="13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Continue updating the design for different user types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Add frequent issues page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